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ABE5-8E82-1FB3-AEA2-A143EC2FF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NHS Jobs Search Automation Framework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8B941-2948-ADFF-4745-4F580E98CB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Bhargavi Kakulavaram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0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E14460-0D53-63A3-4724-1D76D3925C69}"/>
              </a:ext>
            </a:extLst>
          </p:cNvPr>
          <p:cNvSpPr txBox="1"/>
          <p:nvPr/>
        </p:nvSpPr>
        <p:spPr>
          <a:xfrm>
            <a:off x="876728" y="705177"/>
            <a:ext cx="1043854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Validate NHS Jobs Search functionality from a jobseeker perspective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Ensure search results are relevant and sorted by newest date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Basic job search (keyword + location)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Advanced search filters (employer, pay range, job reference)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Result validation (relevance, filtering)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Result sorting (By newest date)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Out of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Login / 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Job application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Non-search related features</a:t>
            </a:r>
          </a:p>
        </p:txBody>
      </p:sp>
    </p:spTree>
    <p:extLst>
      <p:ext uri="{BB962C8B-B14F-4D97-AF65-F5344CB8AC3E}">
        <p14:creationId xmlns:p14="http://schemas.microsoft.com/office/powerpoint/2010/main" val="368146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E9591-98F8-30AA-A33C-DCCD4A5B4403}"/>
              </a:ext>
            </a:extLst>
          </p:cNvPr>
          <p:cNvSpPr txBox="1"/>
          <p:nvPr/>
        </p:nvSpPr>
        <p:spPr>
          <a:xfrm>
            <a:off x="829636" y="1198619"/>
            <a:ext cx="84992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User-Centric BDD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Tests written from end-user perspective (jobseeker)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Behaviour driven scenarios using Cucumber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Focus on business outcomes, not UI implementation</a:t>
            </a:r>
          </a:p>
          <a:p>
            <a:endParaRPr lang="en-IN" sz="2400" dirty="0"/>
          </a:p>
          <a:p>
            <a:pPr>
              <a:buNone/>
            </a:pPr>
            <a:r>
              <a:rPr lang="en-IN" sz="2800" b="1" dirty="0"/>
              <a:t>Example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 search for “nurse jobs in London”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 should see relevant NHS jobs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Results should be sorted by newest date first</a:t>
            </a:r>
          </a:p>
        </p:txBody>
      </p:sp>
    </p:spTree>
    <p:extLst>
      <p:ext uri="{BB962C8B-B14F-4D97-AF65-F5344CB8AC3E}">
        <p14:creationId xmlns:p14="http://schemas.microsoft.com/office/powerpoint/2010/main" val="707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0F06D-E9B1-A381-0049-EA900AB2E7D6}"/>
              </a:ext>
            </a:extLst>
          </p:cNvPr>
          <p:cNvSpPr txBox="1"/>
          <p:nvPr/>
        </p:nvSpPr>
        <p:spPr>
          <a:xfrm>
            <a:off x="788539" y="859975"/>
            <a:ext cx="862258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Design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Page Object Model (POM)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Layer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Feature Files (BDD Scenarios)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Step Definitions (Glue Code)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Page Classes (UI interactions)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BasePage (Reusable methods)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Design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ThreadLocal WebDriver for 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Centralised reusable utilities</a:t>
            </a:r>
          </a:p>
        </p:txBody>
      </p:sp>
    </p:spTree>
    <p:extLst>
      <p:ext uri="{BB962C8B-B14F-4D97-AF65-F5344CB8AC3E}">
        <p14:creationId xmlns:p14="http://schemas.microsoft.com/office/powerpoint/2010/main" val="364778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70A855-4DC1-A052-A8F2-C0B4F677E4AF}"/>
              </a:ext>
            </a:extLst>
          </p:cNvPr>
          <p:cNvSpPr txBox="1"/>
          <p:nvPr/>
        </p:nvSpPr>
        <p:spPr>
          <a:xfrm>
            <a:off x="819363" y="839428"/>
            <a:ext cx="800613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Core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Java 21 → Core programming language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Selenium WebDriver → UI automation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Cucumber → BDD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TestNG → Test execution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Maven → Build and dependency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WebDriverManager → Driver management</a:t>
            </a:r>
          </a:p>
          <a:p>
            <a:endParaRPr lang="en-IN" sz="2400" dirty="0"/>
          </a:p>
          <a:p>
            <a:pPr>
              <a:buNone/>
            </a:pPr>
            <a:r>
              <a:rPr lang="en-IN" sz="2800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Fully executable via command 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CI/CD ready structure</a:t>
            </a:r>
          </a:p>
        </p:txBody>
      </p:sp>
    </p:spTree>
    <p:extLst>
      <p:ext uri="{BB962C8B-B14F-4D97-AF65-F5344CB8AC3E}">
        <p14:creationId xmlns:p14="http://schemas.microsoft.com/office/powerpoint/2010/main" val="71402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59C049-72A9-4D1C-E777-426A467ADD38}"/>
              </a:ext>
            </a:extLst>
          </p:cNvPr>
          <p:cNvSpPr txBox="1"/>
          <p:nvPr/>
        </p:nvSpPr>
        <p:spPr>
          <a:xfrm>
            <a:off x="901557" y="1014088"/>
            <a:ext cx="93212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Supported Browsers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Google Chrome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Mozilla Firefox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Execution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Dynamic driver resolution via WebDriverManager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No locally downloaded browser drivers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Environment independent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CI/CD friendly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Reduces maintenance overhead</a:t>
            </a:r>
          </a:p>
        </p:txBody>
      </p:sp>
    </p:spTree>
    <p:extLst>
      <p:ext uri="{BB962C8B-B14F-4D97-AF65-F5344CB8AC3E}">
        <p14:creationId xmlns:p14="http://schemas.microsoft.com/office/powerpoint/2010/main" val="403767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5C6FC-E983-F615-C7E7-F5706A3975AF}"/>
              </a:ext>
            </a:extLst>
          </p:cNvPr>
          <p:cNvSpPr txBox="1"/>
          <p:nvPr/>
        </p:nvSpPr>
        <p:spPr>
          <a:xfrm>
            <a:off x="829638" y="859975"/>
            <a:ext cx="938287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Search Result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Keyword relevance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Employer matching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Pay range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Distance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Sorting validation (newest first)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Goal</a:t>
            </a:r>
          </a:p>
          <a:p>
            <a:pPr>
              <a:buNone/>
            </a:pPr>
            <a:r>
              <a:rPr lang="en-IN" sz="2400" dirty="0"/>
              <a:t>Ensure results match </a:t>
            </a:r>
            <a:r>
              <a:rPr lang="en-IN" sz="2400" b="1" dirty="0"/>
              <a:t>user intent + business rules</a:t>
            </a:r>
            <a:r>
              <a:rPr lang="en-IN" sz="2400" dirty="0"/>
              <a:t>, not just UI presence</a:t>
            </a:r>
          </a:p>
        </p:txBody>
      </p:sp>
    </p:spTree>
    <p:extLst>
      <p:ext uri="{BB962C8B-B14F-4D97-AF65-F5344CB8AC3E}">
        <p14:creationId xmlns:p14="http://schemas.microsoft.com/office/powerpoint/2010/main" val="226759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7AC70-F04A-1767-BD0A-CDB8E665F6EE}"/>
              </a:ext>
            </a:extLst>
          </p:cNvPr>
          <p:cNvSpPr txBox="1"/>
          <p:nvPr/>
        </p:nvSpPr>
        <p:spPr>
          <a:xfrm>
            <a:off x="726896" y="520511"/>
            <a:ext cx="8756152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Challenges Observed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Dynamic loading delays causing element timeouts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Advanced filters not instantly visible due to JS rendering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Occasional stale element exceptions in results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Mitigation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Explicit waits (WebDriverWait)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Visibility-based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Robust Page Object design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Future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Parallel execution (TestNG XML)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CI/CD integration (GitHub Actions)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Selenium Grid / cloud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Allure reporting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376623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5469A-E4D1-10E5-E1B4-58E8F7E44538}"/>
              </a:ext>
            </a:extLst>
          </p:cNvPr>
          <p:cNvSpPr txBox="1"/>
          <p:nvPr/>
        </p:nvSpPr>
        <p:spPr>
          <a:xfrm>
            <a:off x="860462" y="875186"/>
            <a:ext cx="914314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Accessibility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Keyboard navigation (tab order validation)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Screen reader compatibility (ARIA validation)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WCAG 2.1 colour contrast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Tools: Axe DevTools, Lighthouse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Compatibility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Chrome + Firefox (current implementation)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Edge support via grid/cloud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Responsive testing (mobile, tablet, desktop)</a:t>
            </a:r>
          </a:p>
        </p:txBody>
      </p:sp>
    </p:spTree>
    <p:extLst>
      <p:ext uri="{BB962C8B-B14F-4D97-AF65-F5344CB8AC3E}">
        <p14:creationId xmlns:p14="http://schemas.microsoft.com/office/powerpoint/2010/main" val="116036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F3B4F0-7A0D-AA95-F1E3-62AE5E601002}"/>
              </a:ext>
            </a:extLst>
          </p:cNvPr>
          <p:cNvSpPr txBox="1"/>
          <p:nvPr/>
        </p:nvSpPr>
        <p:spPr>
          <a:xfrm>
            <a:off x="952926" y="906008"/>
            <a:ext cx="85301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Performance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Search response time &lt; 3 seconds target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Filter response time &lt; 2 seconds target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Tools: JMeter / Lighthouse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Data Migration Testing (NHS Context)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Source vs target data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Field mapping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Data completeness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Duplicate detection &amp; integrity validation</a:t>
            </a:r>
          </a:p>
        </p:txBody>
      </p:sp>
    </p:spTree>
    <p:extLst>
      <p:ext uri="{BB962C8B-B14F-4D97-AF65-F5344CB8AC3E}">
        <p14:creationId xmlns:p14="http://schemas.microsoft.com/office/powerpoint/2010/main" val="850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59A4F0-7ACC-4376-82E3-B28B614498B4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29</TotalTime>
  <Words>429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NHS Jobs Search Automation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bhargavi reddy</dc:creator>
  <cp:lastModifiedBy>bhargavi reddy</cp:lastModifiedBy>
  <cp:revision>1</cp:revision>
  <dcterms:created xsi:type="dcterms:W3CDTF">2026-06-14T05:51:40Z</dcterms:created>
  <dcterms:modified xsi:type="dcterms:W3CDTF">2026-06-14T06:20:49Z</dcterms:modified>
</cp:coreProperties>
</file>